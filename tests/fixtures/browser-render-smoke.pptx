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24628"/>
                </a:solidFill>
              </a:rPr>
              <a:t>Room Presenter browser-side PPT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